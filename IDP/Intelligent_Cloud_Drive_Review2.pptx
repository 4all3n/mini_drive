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E0888D-9277-4ED3-A9CD-6E1991FABC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8DA7FF-F417-4F84-95AC-9480C6FA29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162362-6F94-4BE5-AFF0-9C11E0B7D3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A011FE-8EFE-4F29-8239-FE6258F5E2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EF977C-43EA-478B-912A-8EB3DCD05B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628FB4-7AFF-43C2-B425-6B67224990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21C255-A514-48B6-B237-EA9A2AC4C4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1CDA67-0969-4859-986E-14C8DB2DD0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412C79-3BB0-4A17-AE6E-89F11BE1AB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E9B2A9-5BD4-4F3D-B0CF-E474EC205B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37577E-4620-4812-993B-582494C665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8287280" cy="297108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INTELLIG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ENT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CLOUD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DRIVE: AI-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POWERED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FILE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MANAGE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MENT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0"/>
              </a:spcBef>
            </a:pP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WITH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SECURE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DISTRIBU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TED 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ARCHITE</a:t>
            </a: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CTURE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0" y="3657600"/>
            <a:ext cx="9143280" cy="64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599"/>
              </a:spcAft>
            </a:pPr>
            <a:r>
              <a:rPr lang="en-US" sz="28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Project Work </a:t>
            </a:r>
            <a:r>
              <a:rPr lang="en-US" sz="28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Review-2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Presented by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599"/>
              </a:spcAf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Allen [Your Roll </a:t>
            </a: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No]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Under the Guidance </a:t>
            </a: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of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[Guide Name]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[Designation]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School of Computer </a:t>
            </a: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Science and </a:t>
            </a: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Engineering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Vellore Institute of </a:t>
            </a: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Technology, Chennai.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DOMAIN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: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DISTRIB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UTED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 &amp;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APPLIED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MACHIN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LEARNI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NG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804600" y="2743200"/>
            <a:ext cx="16641360" cy="68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Industry Relevance: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explosive growth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of digital data across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personal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enterprise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environments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demands intelligent,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automated file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management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solutions. IDC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estimates that global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data creation will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reach 181 zettabytes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by 2025, making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manual file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organization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unsustainable.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Technological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Convergence: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IN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ML Maturity: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Advances in Natural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Language Processing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(NLP) and supervised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classification now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allow systems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categorize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unstructured data (like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filenames) with high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accuracy using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lightweight models.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Microservices &amp;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Containerization: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Modern software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engineering favors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distributed,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independently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deployable services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orchestrated via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Docker, enabling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scalable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maintainable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architectures.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Opportunity: This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project sits at the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intersection of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Applied ML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Secure Distributed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Systems — building a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privacy-preserving,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AI-powered cloud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drive that runs entirely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locally without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exposing user data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third-party services.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THE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PROBLE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M: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MANUAL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FILE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MANAG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EMENT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&amp;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SECURIT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Y GAPS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3200400"/>
            <a:ext cx="16915680" cy="64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Currently, cloud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storage systems have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critical shortcomings: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IN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No Intelligence: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Users must manually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organize files into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folders. There is no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automatic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categorization based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on file content or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context.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Privacy Concerns: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Cloud-based AI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services (e.g., Google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Drive's Smart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Features) require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uploading data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external servers,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creating data privacy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risks for sensitive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files.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Weak Security in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DIY Solutions: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Existing open-source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file management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prototypes often store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passwords in plain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text, lack proper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authentication tokens,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and are vulnerable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path traversal attacks.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Gap: There is no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lightweight, locally-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hosted system that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combines AI-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powered file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classification with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enterprise-grade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security (JWT +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BCrypt) in a desktop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application that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keeps all data on-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premise.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URE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REVIEW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SUMMA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RY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2"/>
          <p:cNvGraphicFramePr/>
          <p:nvPr/>
        </p:nvGraphicFramePr>
        <p:xfrm>
          <a:off x="0" y="1691640"/>
          <a:ext cx="18288000" cy="841068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01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S. No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Paper Title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Authors &amp; Year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Objectives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Methodology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Algorithms Used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Features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Merits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Limitations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Text Categorization with Support Vector Machines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Joachims, T. (1998)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SVM against NB, KNN, Decision Trees for text categorization.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Empirical evaluation on Reuters-21578 and Ohsumed benchmarks.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SVM, Naive Bayes, KNN, Decision Trees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High-dimensional sparse text vectors, precision/recall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SVMs consistently outperform NB in high-dimensional text.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Focused on long documents; does not evaluate short-text (filename) classification.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Fileprints: Identifying File Types by N-Gram Analysis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Li, W. J. et al. (2005)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Classify file types using byte-level n-gram frequency distributions.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Statistical centroid models; classification via Mahalanobis distance.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Centroid-based classifier, Statistical distance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Byte-level n-grams, file fingerprints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High accuracy without headers or extensions.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Operates at byte level, not filename text; computationally expensive.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3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Text Classification Algorithms: A Survey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Kowsari, K. et al. (2019)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survey of text classification pipeline.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Structured survey of BoW, TF-IDF, Word2Vec, GloVe, BERT.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NB, SVM, RF, CNN, RNN, BERT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TF-IDF, word embeddings, deep learning features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Covers entire pipeline; open-access and highly cited.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Survey paper — no novel algorithm; no filename-specific evaluation.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4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 Feature Weighting Comparative Study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Das, M. et al. (2023)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TF-IDF vs N-Gram across multiple ML classifiers.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Empirical analysis on unstructured text datasets.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SVM, Random Forest, Logistic Regression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 weighting, N-gram features, accuracy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TF-IDF effectiveness across classifiers.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Limited to English; no character-level n-gram evaluation.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5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The Google File System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Ghemawat, S. et al. (2003)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 a scalable distributed file system for data-intensive apps.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System design: decoupled control/data planes.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(System Architecture)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Metadata separation, fault tolerance, append writes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Foundational paradigm for cloud storage.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Designed for Google-scale; not for single-node desktop.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URE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REVIEW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SUMMA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RY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(CONTIN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UED)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" name="Table 2"/>
          <p:cNvGraphicFramePr/>
          <p:nvPr/>
        </p:nvGraphicFramePr>
        <p:xfrm>
          <a:off x="0" y="1691640"/>
          <a:ext cx="18288000" cy="841068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01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S. No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Paper Title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Authors &amp; Year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Objectives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Methodology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Algorithms Used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Features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Merits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Limitations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6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Challenges of Microservice Architectures: A SLR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Söylemez, M. et al. (2022)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Synthesize benefits and challenges of microservices from 85 studies.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Systematic Literature Review (SLR).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(Architectural patterns)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Scalability, fault isolation, technology diversity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SLR; identifies design patterns.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Enterprise-scale focus; no small-scale evaluation.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7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Performance Analysis of Spring Boot Microservices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Kusiak, T. &amp; Powroźnik, P. (2021)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Benchmark Spring Boot vs .NET under concurrent loads.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Apache JMeter stress testing on Azure.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(Performance benchmarking)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HTTP throughput, latency, memory, CPU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Spring Boot for concurrent REST APIs.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Cloud-hosted only; no local deployment evaluation.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8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JWT and HMAC SHA-256 for Web Application Security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Prasad, S. &amp; Sharma, V. (2023)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Analyze JWT security vulnerabilities and best practices.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Security analysis of JWT vulnerability vectors.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HMAC SHA-256, RSA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Token replay, algorithm confusion, brute-force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security analysis with defenses.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Web APIs only; no desktop-to-server auth evaluation.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9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Argon2: Memory-Hard Password Hashing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Biryukov, A. et al. (2016)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Introduce Argon2 and compare against BCrypt, PBKDF2, scrypt.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Cryptographic analysis of memory-hardness.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Argon2, BCrypt, PBKDF2, scrypt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Time-cost, memory-cost, parallelism parameters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PHC winner; proves BCrypt GPU vulnerability.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 has lower Java/Spring library maturity.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10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Container Orchestration Frameworks Comparison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Strauss, T. et al. (2019)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Docker Swarm, Kubernetes, Apache Mesos.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Quantitative/qualitative benchmarking.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(Infrastructure benchmarking)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Service discovery, load balancing, auto-scaling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Docker Compose for small deployments.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Production clusters focus; no academic project eval.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RESEAR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CH GAPS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48640" y="2743200"/>
            <a:ext cx="16458480" cy="68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Intelligence Gap (No AI in File Management):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Most personal cloud storage solutions (Google Drive, Dropbox) rely on manual folder organization.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Gap: There is no lightweight, locally-hosted AI system that autonomously classifies files using NLP without sending data to external servers.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Security Gap (Weak Prototype Security):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Existing open-source file management prototypes store passwords in plain text, lack JWT tokens, and are vulnerable to IDOR attacks.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Gap: Academic prototypes rarely implement production-grade security (BCrypt + JWT + path traversal prevention) in a cohesive system.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Comparative Study Gap (NB vs SVM for Short Text):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Existing NB vs SVM comparisons (Joachims, 1998) focus on long documents (news articles, research papers).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Gap: There is no empirical study comparing Naive Bayes and SVM specifically for ultra-short text classification (filenames of 5–30 characters).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RESEARC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H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OBJECTI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VES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3200400"/>
            <a:ext cx="16458480" cy="64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To design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implement a multi-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 distributed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file management system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comprising a JavaFX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desktop client, Spring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Boot REST API server,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and FastAPI AI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microservice.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To implement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validate an NLP-based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file classification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pipeline using TF-IDF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character n-gram feature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extraction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supervised ML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classifiers (Multinomial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Naive Bayes and SVM).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To conduct a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comparative analysis of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Naive Bayes vs. SVM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for short-text (filename)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classification,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evaluating accuracy,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precision, recall,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F1-score across six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predefined categories.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To demonstrate secure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software engineering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practices including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BCrypt password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hashing, JWT-based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stateless authentication,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input sanitization,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per-user file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authorization.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To containerize all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system components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using Docker Compose,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showcasing modern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DevOps deployment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principles.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PROPOSE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APPROAC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H &amp;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ARCHITE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CTURE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1440000" y="3060000"/>
            <a:ext cx="15439320" cy="69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SIGNIFIC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ANCE OF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THE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SOLUTIO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48640" y="3383280"/>
            <a:ext cx="16458480" cy="59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Privacy-Preserving AI: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All ML inference runs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locally — no file data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leaves the user's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machine, unlike cloud-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based solutions (Google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Drive, OneDrive Smart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Features).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Comparative ML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Study: Provides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empirical evidence on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Naive Bayes vs. SVM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performance for an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under-studied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classification task (ultra-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short filename text),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contributing to the NLP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research body.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4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Production-Grade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Security in an Academic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Context: Demonstrates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JWT + BCrypt + input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sanitization in a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cohesive system,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bridging the gap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between academic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prototypes and industry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standards.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Reproducible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Deployment: Docker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Compose enables one-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command deployment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of the entire 3-service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stack, ensuring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reproducibility for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evaluation and future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research.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PROJECT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PLAN &amp;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TIMELIN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E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" name="Table 79"/>
          <p:cNvGraphicFramePr/>
          <p:nvPr/>
        </p:nvGraphicFramePr>
        <p:xfrm>
          <a:off x="457200" y="2743200"/>
          <a:ext cx="17373240" cy="640044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Phase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Task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4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5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6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7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Month 8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Lit. Review &amp; Synopsis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Java FX (UI &amp; API)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Model Dev (Offline)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P4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Backend &amp; Integration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P5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Testing &amp; Data Collection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P6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Final Report &amp; Paper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████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Milestones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Synopsis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App UI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Model v1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Beta App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Final Paper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Final Viva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REFEREN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48640" y="3200400"/>
            <a:ext cx="16915680" cy="64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Joachims, T. (1998). "Text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categorization with Support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Vector Machines: Learning with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many relevant features."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Proceedings of ECML '98, pp.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137–142. Springer.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https://doi.org/10.1007/BFb0026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683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 Li, W. J., Wang, K., Stolfo, S.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J., &amp; Herzog, B. (2005).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"Fileprints: Identifying file types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by n-gram analysis."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Proceedings of the 2005 IEEE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Workshop on Information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Assurance, pp. 64–71. IEEE.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https://doi.org/10.1109/IAW.200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5.1495935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Kowsari, K., Meimandi, K. J.,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Heidarysafa, M., Mendu, S.,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Barnes, L., &amp; Brown, D. (2019).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"Text classification algorithms: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 survey." Information (MDPI),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10(4), 150.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https://doi.org/10.3390/info1004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0150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4. Das, M., Selvakumar, K.,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Alphonse, P. J. A. (2023). "A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comparative study on TF-IDF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feature weighting method and its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analysis using unstructured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dataset." arXiv preprint.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https://doi.org/10.48550/arXiv.2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308.04037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 Ghemawat, S., Gobioff, H.,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Leung, S. T. (2003). "The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Google File System."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Proceedings of SOSP '03, pp. 29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–43. ACM.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https://doi.org/10.1145/945445.9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45450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8287280" cy="257796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REFEREN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CES 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(CONTIN</a:t>
            </a: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UED)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3200400"/>
            <a:ext cx="16915680" cy="36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6. Söylemez, M., Tekinerdogan,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B., &amp; Tarhan, A. K. (2022).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"Challenges and solution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directions of microservice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architectures: A systematic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literature review." Applied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Sciences, 12(11), 5507.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https://doi.org/10.3390/app1211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5507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7. Kusiak, T., &amp; Powroźnik, P.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(2021). "Performance analysis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of .NET and Spring Boot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microservices on Microsoft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Azure." Journal of Computer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Sciences Institute, 21, 414–419.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https://doi.org/10.35784/jcsi.626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8. Prasad, S. R. S. S. S.,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Sharma, V. K. (2023).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"Enhancing data security: JWT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and HMAC SHA-256 for web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application security." IJRITCC,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11(9), 993–998.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https://doi.org/10.17762/ijritcc.v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11i9.9930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9. Biryukov, A., Dinu, D.,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Khovratovich, D. (2016).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"Argon2: New generation of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memory-hard functions for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password hashing." 2016 IEEE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EuroS&amp;P, pp. 292–302.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https://doi.org/10.1109/EuroSP.2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016.31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10. Strauss, T., Beyschlag, J.,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Kesselheim, S. (2019). "A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comprehensive feature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comparison study of open-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source container orchestration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frameworks." Applied Sciences,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9(5), 931.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https://doi.org/10.3390/app9050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931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3200400" y="4114800"/>
            <a:ext cx="118864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THAN</a:t>
            </a: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 YOU</a:t>
            </a:r>
            <a:endParaRPr lang="en-IN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LibreOffice/26.2.5.2$Linux_X86_64 LibreOffice_project/30643f3b95f81f04449dc87ba649cc313a42270e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DAG3DDa4I9A</dc:identifier>
  <dc:language>en-IN</dc:language>
  <cp:lastModifiedBy/>
  <dcterms:modified xsi:type="dcterms:W3CDTF">2026-08-11T21:54:32Z</dcterms:modified>
  <cp:revision>7</cp:revision>
  <dc:subject/>
  <dc:title>An AI-Powered System for Correlating Physical Activity and Subjective Mental Well-being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18</vt:i4>
  </property>
  <property fmtid="{D5CDD505-2E9C-101B-9397-08002B2CF9AE}" pid="4" name="PresentationFormat">
    <vt:lpwstr>On-screen Show (4:3)</vt:lpwstr>
  </property>
  <property fmtid="{D5CDD505-2E9C-101B-9397-08002B2CF9AE}" pid="5" name="Slides">
    <vt:i4>18</vt:i4>
  </property>
</Properties>
</file>